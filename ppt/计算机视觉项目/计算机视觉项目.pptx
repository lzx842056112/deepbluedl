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1239" r:id="rId3"/>
    <p:sldId id="1422" r:id="rId4"/>
    <p:sldId id="1425" r:id="rId6"/>
    <p:sldId id="1424" r:id="rId7"/>
    <p:sldId id="1423" r:id="rId8"/>
    <p:sldId id="1426" r:id="rId9"/>
    <p:sldId id="285" r:id="rId10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80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cho" initials="" lastIdx="1" clrIdx="0"/>
  <p:cmAuthor id="2" name="19410" initials="1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EE"/>
    <a:srgbClr val="C5E0B4"/>
    <a:srgbClr val="F8CBAD"/>
    <a:srgbClr val="000000"/>
    <a:srgbClr val="FFFFFF"/>
    <a:srgbClr val="EE3551"/>
    <a:srgbClr val="F2F9F9"/>
    <a:srgbClr val="FFF7C7"/>
    <a:srgbClr val="F8F7E0"/>
    <a:srgbClr val="EE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0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372" y="84"/>
      </p:cViewPr>
      <p:guideLst>
        <p:guide orient="horz" pos="2165"/>
        <p:guide pos="38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134E9-2BD2-426A-A5CB-F9323A33295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E5E20-B8E7-4526-9878-C0CF8296F4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ln w="12700"/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封面标题特殊字体为百度简综艺。可以自行下载使用或改为微软雅黑。</a:t>
            </a:r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未标dsfs题-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" y="0"/>
            <a:ext cx="11148019" cy="6856413"/>
          </a:xfrm>
          <a:prstGeom prst="rect">
            <a:avLst/>
          </a:prstGeom>
        </p:spPr>
      </p:pic>
      <p:pic>
        <p:nvPicPr>
          <p:cNvPr id="8" name="图片 7" descr="未标sdfasdfafs题-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52815" y="3812540"/>
            <a:ext cx="3375660" cy="2758440"/>
          </a:xfrm>
          <a:prstGeom prst="rect">
            <a:avLst/>
          </a:prstGeom>
        </p:spPr>
      </p:pic>
      <p:pic>
        <p:nvPicPr>
          <p:cNvPr id="10" name="图片 9" descr="未标题dsfadfafsa-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30560" y="2526715"/>
            <a:ext cx="3517086" cy="4329698"/>
          </a:xfrm>
          <a:prstGeom prst="rect">
            <a:avLst/>
          </a:prstGeom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6338570" y="3124835"/>
            <a:ext cx="5589270" cy="1097280"/>
          </a:xfrm>
        </p:spPr>
        <p:txBody>
          <a:bodyPr/>
          <a:lstStyle>
            <a:lvl1pPr>
              <a:defRPr kumimoji="0" lang="zh-CN" sz="3600" b="1" i="0" u="none" strike="noStrike" kern="1200" cap="none" spc="0" normalizeH="0" baseline="0" noProof="1" dirty="0">
                <a:solidFill>
                  <a:srgbClr val="B17D3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8155" y="165100"/>
            <a:ext cx="11125835" cy="660400"/>
          </a:xfrm>
        </p:spPr>
        <p:txBody>
          <a:bodyPr/>
          <a:lstStyle>
            <a:lvl1pPr>
              <a:defRPr kumimoji="0" lang="zh-CN" sz="2600" b="1" i="0" u="none" strike="noStrike" kern="1200" cap="none" spc="0" normalizeH="0" baseline="0" noProof="1" dirty="0">
                <a:solidFill>
                  <a:srgbClr val="B17D3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 descr="7b0a202020202262756c6c6574223a20227b5c2263617465676f727949645c223a31303030362c5c2274656d706c61746549645c223a32303233313331387d220a7d0a"/>
          <p:cNvSpPr>
            <a:spLocks noGrp="1"/>
          </p:cNvSpPr>
          <p:nvPr>
            <p:ph idx="1"/>
          </p:nvPr>
        </p:nvSpPr>
        <p:spPr>
          <a:xfrm>
            <a:off x="838200" y="727710"/>
            <a:ext cx="10515600" cy="5449570"/>
          </a:xfrm>
        </p:spPr>
        <p:txBody>
          <a:bodyPr/>
          <a:lstStyle>
            <a:lvl1pPr eaLnBrk="1" fontAlgn="auto" latinLnBrk="0" hangingPunct="1">
              <a:lnSpc>
                <a:spcPct val="150000"/>
              </a:lnSpc>
              <a:buSzPct val="100000"/>
              <a:buFont typeface="Wingdings" panose="05000000000000000000" charset="0"/>
              <a:buBlip>
                <a:blip r:embed="rId2"/>
              </a:buBlip>
              <a:defRPr sz="2400">
                <a:latin typeface="微软雅黑" panose="020B0503020204020204" charset="-122"/>
                <a:ea typeface="微软雅黑" panose="020B0503020204020204" charset="-122"/>
              </a:defRPr>
            </a:lvl1pPr>
            <a:lvl2pPr eaLnBrk="1" fontAlgn="auto" latinLnBrk="0" hangingPunct="1">
              <a:lnSpc>
                <a:spcPct val="150000"/>
              </a:lnSpc>
              <a:buSzPct val="100000"/>
              <a:buFont typeface="Wingdings" panose="05000000000000000000" charset="0"/>
              <a:buBlip>
                <a:blip r:embed="rId2"/>
              </a:buBlip>
              <a:defRPr sz="2200">
                <a:latin typeface="微软雅黑" panose="020B0503020204020204" charset="-122"/>
                <a:ea typeface="微软雅黑" panose="020B0503020204020204" charset="-122"/>
              </a:defRPr>
            </a:lvl2pPr>
            <a:lvl3pPr eaLnBrk="1" fontAlgn="auto" latinLnBrk="0" hangingPunct="1">
              <a:lnSpc>
                <a:spcPct val="150000"/>
              </a:lnSpc>
              <a:buSzPct val="100000"/>
              <a:buFont typeface="Wingdings" panose="05000000000000000000" charset="0"/>
              <a:buBlip>
                <a:blip r:embed="rId2"/>
              </a:buBlip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 eaLnBrk="1" fontAlgn="auto" latinLnBrk="0" hangingPunct="1">
              <a:lnSpc>
                <a:spcPct val="150000"/>
              </a:lnSpc>
              <a:buSzPct val="100000"/>
              <a:buFont typeface="Wingdings" panose="05000000000000000000" charset="0"/>
              <a:buBlip>
                <a:blip r:embed="rId2"/>
              </a:buBlip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eaLnBrk="1" fontAlgn="auto" latinLnBrk="0" hangingPunct="1">
              <a:lnSpc>
                <a:spcPct val="150000"/>
              </a:lnSpc>
              <a:buSzPct val="100000"/>
              <a:buFont typeface="Wingdings" panose="05000000000000000000" charset="0"/>
              <a:buBlip>
                <a:blip r:embed="rId2"/>
              </a:buBlip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5" y="5723"/>
            <a:ext cx="12187274" cy="684623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n>
                  <a:noFill/>
                </a:ln>
                <a:solidFill>
                  <a:srgbClr val="FAD49A">
                    <a:lumMod val="50000"/>
                  </a:srgbClr>
                </a:solidFill>
                <a:effectLst/>
                <a:uLnTx/>
                <a:latin typeface="Arial" panose="020B0604020202020204"/>
                <a:sym typeface="+mn-ea"/>
              </a:rPr>
              <a:t>CV</a:t>
            </a:r>
            <a:r>
              <a:rPr altLang="en-US">
                <a:ln>
                  <a:noFill/>
                </a:ln>
                <a:solidFill>
                  <a:srgbClr val="FAD49A">
                    <a:lumMod val="50000"/>
                  </a:srgbClr>
                </a:solidFill>
                <a:effectLst/>
                <a:uLnTx/>
                <a:latin typeface="Arial" panose="020B0604020202020204"/>
                <a:sym typeface="+mn-ea"/>
              </a:rPr>
              <a:t>项目</a:t>
            </a:r>
            <a:br>
              <a:rPr>
                <a:ln>
                  <a:noFill/>
                </a:ln>
                <a:solidFill>
                  <a:srgbClr val="FAD49A">
                    <a:lumMod val="50000"/>
                  </a:srgbClr>
                </a:solidFill>
                <a:effectLst/>
                <a:uLnTx/>
                <a:latin typeface="Arial" panose="020B0604020202020204"/>
                <a:sym typeface="+mn-ea"/>
              </a:rPr>
            </a:br>
            <a:r>
              <a:rPr altLang="en-US" sz="2400">
                <a:ln>
                  <a:noFill/>
                </a:ln>
                <a:solidFill>
                  <a:srgbClr val="FAD49A">
                    <a:lumMod val="50000"/>
                  </a:srgbClr>
                </a:solidFill>
                <a:effectLst/>
                <a:uLnTx/>
                <a:latin typeface="Arial" panose="020B0604020202020204"/>
                <a:sym typeface="+mn-ea"/>
              </a:rPr>
              <a:t>计算机视觉</a:t>
            </a:r>
            <a:r>
              <a:rPr altLang="en-US" sz="2400">
                <a:ln>
                  <a:noFill/>
                </a:ln>
                <a:solidFill>
                  <a:srgbClr val="FAD49A">
                    <a:lumMod val="50000"/>
                  </a:srgbClr>
                </a:solidFill>
                <a:effectLst/>
                <a:uLnTx/>
                <a:latin typeface="Arial" panose="020B0604020202020204"/>
                <a:sym typeface="+mn-ea"/>
              </a:rPr>
              <a:t>项目</a:t>
            </a:r>
            <a:endParaRPr altLang="en-US" sz="2400">
              <a:ln>
                <a:noFill/>
              </a:ln>
              <a:solidFill>
                <a:srgbClr val="FAD49A">
                  <a:lumMod val="50000"/>
                </a:srgbClr>
              </a:solidFill>
              <a:effectLst/>
              <a:uLnTx/>
              <a:latin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>
                <a:sym typeface="+mn-ea"/>
              </a:rPr>
              <a:t>课程内容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08050"/>
            <a:ext cx="10887710" cy="5826760"/>
          </a:xfrm>
        </p:spPr>
        <p:txBody>
          <a:bodyPr>
            <a:normAutofit/>
          </a:bodyPr>
          <a:p>
            <a:r>
              <a:rPr lang="en-US" altLang="zh-CN" b="1"/>
              <a:t> </a:t>
            </a:r>
            <a:r>
              <a:rPr lang="zh-CN" altLang="en-US" b="1">
                <a:sym typeface="+mn-ea"/>
              </a:rPr>
              <a:t>人脸识别通道管理系统</a:t>
            </a:r>
            <a:endParaRPr lang="zh-CN" altLang="en-US" b="1"/>
          </a:p>
          <a:p>
            <a:r>
              <a:rPr lang="en-US" altLang="zh-CN" b="1"/>
              <a:t> </a:t>
            </a:r>
            <a:r>
              <a:rPr lang="zh-CN" altLang="en-US" b="1"/>
              <a:t>智能闸杆系统</a:t>
            </a:r>
            <a:endParaRPr lang="zh-CN" altLang="en-US" b="1"/>
          </a:p>
          <a:p>
            <a:r>
              <a:rPr lang="en-US" altLang="zh-CN" b="1"/>
              <a:t> </a:t>
            </a:r>
            <a:r>
              <a:rPr lang="zh-CN" altLang="en-US" b="1">
                <a:sym typeface="+mn-ea"/>
              </a:rPr>
              <a:t>简历撰写</a:t>
            </a:r>
            <a:r>
              <a:rPr lang="en-US" altLang="zh-CN" b="1">
                <a:sym typeface="+mn-ea"/>
              </a:rPr>
              <a:t> </a:t>
            </a:r>
            <a:endParaRPr lang="en-US" altLang="zh-CN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/>
              <a:t>智慧安防</a:t>
            </a:r>
            <a:r>
              <a:rPr altLang="en-US"/>
              <a:t>系统</a:t>
            </a:r>
            <a:endParaRPr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12765" y="165100"/>
            <a:ext cx="6117590" cy="65449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4830" y="626110"/>
            <a:ext cx="5067935" cy="2611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https://ai.arcsoft.com.cn/</a:t>
            </a:r>
            <a:endParaRPr lang="zh-CN" altLang="en-US"/>
          </a:p>
          <a:p>
            <a:pPr marL="0" lvl="1"/>
            <a:r>
              <a:rPr lang="zh-CN" altLang="en-US">
                <a:sym typeface="+mn-ea"/>
              </a:rPr>
              <a:t>http://www.tianzhiit.com/project/gcwj/yf_rlmj.html</a:t>
            </a:r>
            <a:endParaRPr lang="zh-CN" altLang="en-US">
              <a:sym typeface="+mn-ea"/>
            </a:endParaRPr>
          </a:p>
          <a:p>
            <a:pPr marL="0" lvl="1"/>
            <a:r>
              <a:rPr lang="zh-CN" altLang="en-US"/>
              <a:t>https://www.processon.com/view/6358fa925653bb158759f1c0</a:t>
            </a:r>
            <a:endParaRPr lang="zh-CN" altLang="en-US"/>
          </a:p>
          <a:p>
            <a:pPr marL="0" lvl="1"/>
            <a:r>
              <a:rPr lang="zh-CN" altLang="en-US"/>
              <a:t>https://www.processon.com/view/666334032028d16b877bd3de</a:t>
            </a:r>
            <a:endParaRPr lang="zh-CN" altLang="en-US"/>
          </a:p>
          <a:p>
            <a:r>
              <a:rPr lang="zh-CN" altLang="en-US"/>
              <a:t>https://www.processon.com/view/666333f30d53821802b3ea2e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6200140" y="4872355"/>
            <a:ext cx="1209040" cy="264795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439535" y="3496310"/>
            <a:ext cx="1008380" cy="29083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9192895" y="1880235"/>
            <a:ext cx="2092960" cy="588010"/>
          </a:xfrm>
          <a:prstGeom prst="ellipse">
            <a:avLst/>
          </a:prstGeom>
          <a:ln w="762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8152130" y="4899025"/>
            <a:ext cx="963295" cy="258445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9930130" y="4879340"/>
            <a:ext cx="1027430" cy="323215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852660" y="6282055"/>
            <a:ext cx="1176020" cy="34925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6680" y="2773680"/>
            <a:ext cx="50927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、周界保障系统</a:t>
            </a:r>
            <a:r>
              <a:rPr lang="en-US" altLang="zh-CN"/>
              <a:t>/</a:t>
            </a:r>
            <a:r>
              <a:rPr lang="zh-CN" altLang="en-US"/>
              <a:t>无人机巡查系统</a:t>
            </a:r>
            <a:r>
              <a:rPr lang="en-US" altLang="zh-CN"/>
              <a:t> --&gt; </a:t>
            </a:r>
            <a:r>
              <a:rPr lang="zh-CN" altLang="en-US"/>
              <a:t>人、车、异常物体、异常飞行器</a:t>
            </a:r>
            <a:r>
              <a:rPr lang="zh-CN" altLang="en-US"/>
              <a:t>的检测模型</a:t>
            </a:r>
            <a:r>
              <a:rPr lang="en-US" altLang="zh-CN"/>
              <a:t> 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、访客管理系统</a:t>
            </a:r>
            <a:r>
              <a:rPr lang="en-US" altLang="zh-CN"/>
              <a:t> --&gt; </a:t>
            </a:r>
            <a:r>
              <a:rPr lang="zh-CN" altLang="en-US"/>
              <a:t>人脸识别、人脸特征向量提取</a:t>
            </a:r>
            <a:r>
              <a:rPr lang="zh-CN" altLang="en-US"/>
              <a:t>模型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、牌识管控系统</a:t>
            </a:r>
            <a:r>
              <a:rPr lang="en-US" altLang="zh-CN"/>
              <a:t> --&gt; </a:t>
            </a:r>
            <a:r>
              <a:rPr lang="zh-CN" altLang="en-US" b="1">
                <a:solidFill>
                  <a:srgbClr val="FF0000"/>
                </a:solidFill>
              </a:rPr>
              <a:t>车牌区域识别</a:t>
            </a:r>
            <a:r>
              <a:rPr lang="zh-CN" altLang="en-US"/>
              <a:t>、</a:t>
            </a:r>
            <a:r>
              <a:rPr lang="zh-CN" altLang="en-US" b="1">
                <a:solidFill>
                  <a:srgbClr val="FF0000"/>
                </a:solidFill>
              </a:rPr>
              <a:t>车牌号码提取</a:t>
            </a:r>
            <a:r>
              <a:rPr lang="zh-CN" altLang="en-US"/>
              <a:t>模型</a:t>
            </a:r>
            <a:endParaRPr lang="zh-CN" altLang="en-US"/>
          </a:p>
          <a:p>
            <a:r>
              <a:rPr lang="en-US" altLang="zh-CN"/>
              <a:t>4</a:t>
            </a:r>
            <a:r>
              <a:rPr lang="zh-CN" altLang="en-US"/>
              <a:t>、车底扫描系统</a:t>
            </a:r>
            <a:r>
              <a:rPr lang="en-US" altLang="zh-CN"/>
              <a:t> --&gt; </a:t>
            </a:r>
            <a:r>
              <a:rPr lang="zh-CN" altLang="en-US"/>
              <a:t>异常物体的目标检测、类似图像分割</a:t>
            </a:r>
            <a:r>
              <a:rPr lang="en-US" altLang="zh-CN"/>
              <a:t>/</a:t>
            </a:r>
            <a:r>
              <a:rPr lang="zh-CN" altLang="en-US"/>
              <a:t>图像高清化</a:t>
            </a:r>
            <a:r>
              <a:rPr lang="en-US" altLang="zh-CN"/>
              <a:t>/</a:t>
            </a:r>
            <a:r>
              <a:rPr lang="zh-CN" altLang="en-US"/>
              <a:t>图像的去噪</a:t>
            </a:r>
            <a:r>
              <a:rPr lang="en-US" altLang="zh-CN"/>
              <a:t>/</a:t>
            </a:r>
            <a:r>
              <a:rPr lang="zh-CN" altLang="en-US"/>
              <a:t>图像的去</a:t>
            </a:r>
            <a:r>
              <a:rPr lang="zh-CN" altLang="en-US"/>
              <a:t>模糊化实现异常</a:t>
            </a:r>
            <a:r>
              <a:rPr lang="zh-CN" altLang="en-US"/>
              <a:t>检测</a:t>
            </a:r>
            <a:endParaRPr lang="zh-CN" altLang="en-US"/>
          </a:p>
          <a:p>
            <a:r>
              <a:rPr lang="en-US" altLang="zh-CN"/>
              <a:t>5. </a:t>
            </a:r>
            <a:r>
              <a:rPr lang="zh-CN" altLang="en-US"/>
              <a:t>卡口的测速系统</a:t>
            </a:r>
            <a:r>
              <a:rPr lang="en-US" altLang="zh-CN"/>
              <a:t>(</a:t>
            </a:r>
            <a:r>
              <a:rPr lang="zh-CN" altLang="en-US"/>
              <a:t>区间测速</a:t>
            </a:r>
            <a:r>
              <a:rPr lang="en-US" altLang="zh-CN"/>
              <a:t>) --&gt; </a:t>
            </a:r>
            <a:r>
              <a:rPr lang="zh-CN" altLang="en-US"/>
              <a:t>车牌区域识别、车牌号码</a:t>
            </a:r>
            <a:r>
              <a:rPr lang="zh-CN" altLang="en-US"/>
              <a:t>提取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>
                <a:sym typeface="+mn-ea"/>
              </a:rPr>
              <a:t>人脸识别通道管理系统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520" y="901700"/>
            <a:ext cx="6878955" cy="5702935"/>
          </a:xfrm>
        </p:spPr>
        <p:txBody>
          <a:bodyPr>
            <a:normAutofit fontScale="90000"/>
          </a:bodyPr>
          <a:p>
            <a:r>
              <a:rPr lang="en-US" altLang="zh-CN"/>
              <a:t> </a:t>
            </a:r>
            <a:r>
              <a:rPr lang="zh-CN" altLang="en-US"/>
              <a:t>属于通用类型的项目设计，其主要功能是：提供人脸的自动识别以及人证比对的功能，最终达到人员进出的智能化管理。</a:t>
            </a:r>
            <a:endParaRPr lang="zh-CN" altLang="en-US"/>
          </a:p>
          <a:p>
            <a:r>
              <a:rPr lang="zh-CN" altLang="en-US"/>
              <a:t> 主要应用场景：小区门禁、车站、关口等；</a:t>
            </a:r>
            <a:endParaRPr lang="zh-CN" altLang="en-US"/>
          </a:p>
          <a:p>
            <a:r>
              <a:rPr lang="zh-CN" altLang="en-US"/>
              <a:t> 涉及到的主要技术点：</a:t>
            </a:r>
            <a:endParaRPr lang="zh-CN" altLang="en-US"/>
          </a:p>
          <a:p>
            <a:pPr lvl="1"/>
            <a:r>
              <a:rPr lang="zh-CN" altLang="en-US" sz="2400"/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目标检测</a:t>
            </a:r>
            <a:endParaRPr lang="zh-CN" altLang="en-US" sz="2400"/>
          </a:p>
          <a:p>
            <a:pPr lvl="1"/>
            <a:r>
              <a:rPr lang="zh-CN" altLang="en-US" sz="2400"/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图像特征</a:t>
            </a:r>
            <a:r>
              <a:rPr lang="zh-CN" altLang="en-US" sz="2400" b="1">
                <a:solidFill>
                  <a:srgbClr val="FF0000"/>
                </a:solidFill>
              </a:rPr>
              <a:t>向量提取</a:t>
            </a:r>
            <a:endParaRPr lang="zh-CN" altLang="en-US" sz="2400" b="1">
              <a:solidFill>
                <a:srgbClr val="FF0000"/>
              </a:solidFill>
            </a:endParaRPr>
          </a:p>
          <a:p>
            <a:pPr lvl="1"/>
            <a:r>
              <a:rPr lang="en-US" altLang="zh-CN" sz="2400" b="1">
                <a:solidFill>
                  <a:srgbClr val="FF0000"/>
                </a:solidFill>
              </a:rPr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向量检索</a:t>
            </a:r>
            <a:endParaRPr lang="zh-CN" altLang="en-US"/>
          </a:p>
          <a:p>
            <a:r>
              <a:rPr lang="zh-CN" altLang="en-US"/>
              <a:t> 参考：</a:t>
            </a:r>
            <a:endParaRPr lang="zh-CN" altLang="en-US"/>
          </a:p>
          <a:p>
            <a:pPr lvl="1"/>
            <a:r>
              <a:rPr lang="zh-CN" altLang="en-US" sz="2000"/>
              <a:t>http://www.tianzhiit.com/project/gcwj/yf_rlmj.html</a:t>
            </a:r>
            <a:endParaRPr lang="zh-CN" altLang="en-US" sz="20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10891" t="9921" r="15139" b="1134"/>
          <a:stretch>
            <a:fillRect/>
          </a:stretch>
        </p:blipFill>
        <p:spPr>
          <a:xfrm>
            <a:off x="7356475" y="1927225"/>
            <a:ext cx="4642485" cy="34309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>
                <a:sym typeface="+mn-ea"/>
              </a:rPr>
              <a:t>智能闸杆系统</a:t>
            </a:r>
            <a:r>
              <a:rPr lang="en-US" altLang="zh-CN">
                <a:sym typeface="+mn-ea"/>
              </a:rPr>
              <a:t>/</a:t>
            </a:r>
            <a:r>
              <a:rPr altLang="en-US">
                <a:sym typeface="+mn-ea"/>
              </a:rPr>
              <a:t>智能道闸管理</a:t>
            </a:r>
            <a:r>
              <a:rPr altLang="en-US">
                <a:sym typeface="+mn-ea"/>
              </a:rPr>
              <a:t>系统</a:t>
            </a:r>
            <a:endParaRPr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7500" y="671830"/>
            <a:ext cx="7079615" cy="5505450"/>
          </a:xfrm>
        </p:spPr>
        <p:txBody>
          <a:bodyPr>
            <a:normAutofit/>
          </a:bodyPr>
          <a:p>
            <a:r>
              <a:rPr lang="en-US" altLang="zh-CN"/>
              <a:t> </a:t>
            </a:r>
            <a:r>
              <a:rPr lang="zh-CN" altLang="en-US"/>
              <a:t>属于智能停车场的一个子模块，其主要功能是：提供车牌的自动识别，提高车辆进出阶段的智能化程度，在一定程度上可以降低人工</a:t>
            </a:r>
            <a:r>
              <a:rPr lang="zh-CN" altLang="en-US"/>
              <a:t>成本。</a:t>
            </a:r>
            <a:endParaRPr lang="zh-CN" altLang="en-US"/>
          </a:p>
          <a:p>
            <a:r>
              <a:rPr lang="zh-CN" altLang="en-US"/>
              <a:t> 主要应用场景为：各大类型的停车场。</a:t>
            </a:r>
            <a:endParaRPr lang="zh-CN" altLang="en-US"/>
          </a:p>
          <a:p>
            <a:r>
              <a:rPr lang="zh-CN" altLang="en-US"/>
              <a:t> 涉及到的主要技术点：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 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目标检测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作用：将图像中的车牌区域框出来</a:t>
            </a:r>
            <a:r>
              <a:rPr lang="en-US" altLang="zh-CN">
                <a:sym typeface="+mn-ea"/>
              </a:rPr>
              <a:t>)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 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图像分类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/OCR/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目标检测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多模态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作用：从车牌区域将车牌号码提取出来</a:t>
            </a:r>
            <a:r>
              <a:rPr lang="en-US" altLang="zh-CN">
                <a:sym typeface="+mn-ea"/>
              </a:rPr>
              <a:t>&lt;</a:t>
            </a:r>
            <a:r>
              <a:rPr lang="zh-CN" altLang="en-US">
                <a:sym typeface="+mn-ea"/>
              </a:rPr>
              <a:t>文本</a:t>
            </a:r>
            <a:r>
              <a:rPr lang="en-US" altLang="zh-CN">
                <a:sym typeface="+mn-ea"/>
              </a:rPr>
              <a:t>/OCR&gt;)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115" y="1624330"/>
            <a:ext cx="3609340" cy="3609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简历撰写的主要</a:t>
            </a:r>
            <a:r>
              <a:rPr lang="zh-CN" altLang="en-US"/>
              <a:t>思想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 </a:t>
            </a:r>
            <a:r>
              <a:rPr lang="zh-CN" altLang="en-US"/>
              <a:t>简历是展示你的第一途径</a:t>
            </a:r>
            <a:endParaRPr lang="zh-CN" altLang="en-US"/>
          </a:p>
          <a:p>
            <a:pPr lvl="1"/>
            <a:r>
              <a:rPr lang="zh-CN" altLang="en-US" sz="2200"/>
              <a:t> 真实</a:t>
            </a:r>
            <a:endParaRPr lang="zh-CN" altLang="en-US" sz="2200"/>
          </a:p>
          <a:p>
            <a:pPr lvl="1"/>
            <a:r>
              <a:rPr lang="zh-CN" altLang="en-US" sz="2200"/>
              <a:t> 竞争力</a:t>
            </a:r>
            <a:endParaRPr lang="zh-CN" altLang="en-US" sz="2200"/>
          </a:p>
          <a:p>
            <a:pPr lvl="1"/>
            <a:r>
              <a:rPr lang="zh-CN" altLang="en-US" sz="2200"/>
              <a:t> 清晰</a:t>
            </a:r>
            <a:endParaRPr lang="zh-CN" altLang="en-US" sz="2200"/>
          </a:p>
          <a:p>
            <a:pPr lvl="1"/>
            <a:r>
              <a:rPr lang="zh-CN" altLang="en-US" sz="2200"/>
              <a:t> 深度、广度</a:t>
            </a:r>
            <a:endParaRPr lang="zh-CN" altLang="en-US"/>
          </a:p>
          <a:p>
            <a:r>
              <a:rPr lang="en-US" altLang="zh-CN"/>
              <a:t> </a:t>
            </a:r>
            <a:r>
              <a:rPr lang="zh-CN" altLang="en-US"/>
              <a:t>简历必须有一定的段落文章</a:t>
            </a:r>
            <a:r>
              <a:rPr lang="zh-CN" altLang="en-US"/>
              <a:t>顺序</a:t>
            </a:r>
            <a:endParaRPr lang="zh-CN" altLang="en-US"/>
          </a:p>
          <a:p>
            <a:pPr lvl="1"/>
            <a:r>
              <a:rPr lang="en-US" altLang="zh-CN"/>
              <a:t> </a:t>
            </a:r>
            <a:r>
              <a:rPr lang="zh-CN" altLang="en-US"/>
              <a:t>个人</a:t>
            </a:r>
            <a:r>
              <a:rPr lang="zh-CN" altLang="en-US"/>
              <a:t>简介、</a:t>
            </a:r>
            <a:r>
              <a:rPr lang="en-US" altLang="zh-CN"/>
              <a:t> </a:t>
            </a:r>
            <a:r>
              <a:rPr lang="zh-CN" altLang="en-US"/>
              <a:t>掌握</a:t>
            </a:r>
            <a:r>
              <a:rPr lang="zh-CN" altLang="en-US"/>
              <a:t>技能、</a:t>
            </a:r>
            <a:r>
              <a:rPr lang="en-US" altLang="zh-CN"/>
              <a:t> </a:t>
            </a:r>
            <a:r>
              <a:rPr lang="zh-CN" altLang="en-US"/>
              <a:t>工作</a:t>
            </a:r>
            <a:r>
              <a:rPr lang="zh-CN" altLang="en-US"/>
              <a:t>经历、</a:t>
            </a:r>
            <a:r>
              <a:rPr lang="en-US" altLang="zh-CN"/>
              <a:t> </a:t>
            </a:r>
            <a:r>
              <a:rPr lang="zh-CN" altLang="en-US"/>
              <a:t>项目</a:t>
            </a:r>
            <a:r>
              <a:rPr lang="zh-CN" altLang="en-US"/>
              <a:t>经验、毕业</a:t>
            </a:r>
            <a:r>
              <a:rPr lang="zh-CN" altLang="en-US"/>
              <a:t>院校、个人</a:t>
            </a:r>
            <a:r>
              <a:rPr lang="zh-CN" altLang="en-US"/>
              <a:t>总结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c2MDIxMDg5YTQ2YTU5ZjE3OTFjZThlM2IyNzk4NGIifQ=="/>
  <p:tag name="KSO_WPP_MARK_KEY" val="e1474eb2-efc7-45fd-93fe-bd1daefcbedc"/>
  <p:tag name="commondata" val="eyJoZGlkIjoiN2I3NDEwOTA0MzliNzdlMjVmMjY3Y2YyZGQxNjcxN2Y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899</Words>
  <Application>WPS 演示</Application>
  <PresentationFormat>宽屏</PresentationFormat>
  <Paragraphs>52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自定义设计方案</vt:lpstr>
      <vt:lpstr>CV项目 计算机视觉项目</vt:lpstr>
      <vt:lpstr>课程内容</vt:lpstr>
      <vt:lpstr>智慧安防系统</vt:lpstr>
      <vt:lpstr>人脸识别通道管理系统</vt:lpstr>
      <vt:lpstr>智能闸杆系统/智能道闸管理系统</vt:lpstr>
      <vt:lpstr>简历撰写的主要思想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gerry</cp:lastModifiedBy>
  <cp:revision>482</cp:revision>
  <dcterms:created xsi:type="dcterms:W3CDTF">2014-03-19T02:43:00Z</dcterms:created>
  <dcterms:modified xsi:type="dcterms:W3CDTF">2025-11-23T09:49:46Z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516EBA7EC3D1472F81B2173C38CC5319</vt:lpwstr>
  </property>
</Properties>
</file>